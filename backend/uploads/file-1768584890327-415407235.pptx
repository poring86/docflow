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5"/>
  </p:notesMasterIdLst>
  <p:sldIdLst>
    <p:sldId id="256" r:id="rId4"/>
  </p:sldIdLst>
  <p:sldSz cx="9144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03243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0364567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634800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2269835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4874642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7977269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0475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1535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776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E1C7E4-DC56-EBA2-83CB-B5F01FEB8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2361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5935218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1173497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155831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91040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7148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327961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718714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709074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41759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10394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22459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322638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231289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4989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904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5500224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819829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9862289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4227348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96741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5176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41376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0574841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91571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7456563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0119926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6745426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859465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90266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4892500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2382148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953045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50176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4823193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75551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799455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076164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00151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0738730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1862821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7266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166630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424701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9022500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42235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0971078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285974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5364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2698497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204032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492628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75091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38720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9547046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467736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639454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73268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675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40966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0977039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9025055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528976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407947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Test Presentation</a:t>
            </a:r>
            <a:r>
              <a:rPr/>
              <a:t>  sss ee fff</a:t>
            </a:r>
            <a:endParaRPr/>
          </a:p>
        </p:txBody>
      </p:sp>
      <p:sp>
        <p:nvSpPr>
          <p:cNvPr id="167534751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Generated by DocFlow Agent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onlyoffice/9.2.1.8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Cyber Operator</cp:lastModifiedBy>
  <cp:revision>4</cp:revision>
  <dcterms:created xsi:type="dcterms:W3CDTF">2013-01-27T09:14:16Z</dcterms:created>
  <dcterms:modified xsi:type="dcterms:W3CDTF">2026-01-16T18:40:33Z</dcterms:modified>
  <cp:category/>
</cp:coreProperties>
</file>