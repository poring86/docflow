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5"/>
  </p:notesMasterIdLst>
  <p:sldIdLst>
    <p:sldId id="256" r:id="rId4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A182D-A087-AF47-02BC-02F283F7B0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150146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560352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535321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81115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71640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8941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32391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00421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622969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75689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505567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56959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771834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297041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96653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2520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710041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40817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368978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176879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10348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2520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31647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64091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72409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046007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365805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0402205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117215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848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31806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2985407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62600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90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721416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60707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99801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2027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690675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46325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8463042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6785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81806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774379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1449626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90359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576247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45792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9942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832364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22893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964329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41243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02481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206426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38761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68478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43610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5845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67337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882049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38164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3605782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50375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Test Presentation</a:t>
            </a:r>
            <a:r>
              <a:rPr/>
              <a:t> aaa</a:t>
            </a:r>
            <a:endParaRPr/>
          </a:p>
        </p:txBody>
      </p:sp>
      <p:sp>
        <p:nvSpPr>
          <p:cNvPr id="130513757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Generated by DocFlow Agent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Cyber Operator</cp:lastModifiedBy>
  <cp:revision>2</cp:revision>
  <dcterms:created xsi:type="dcterms:W3CDTF">2013-01-27T09:14:16Z</dcterms:created>
  <dcterms:modified xsi:type="dcterms:W3CDTF">2026-01-16T18:43:16Z</dcterms:modified>
  <cp:category/>
</cp:coreProperties>
</file>